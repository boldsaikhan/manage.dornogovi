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53312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37744"/>
            <a:ext cx="841248" cy="841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164592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Дорноговь аймгийн ЗДТГ — Дотоод нэгдсэн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4008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DBA74"/>
                </a:solidFill>
                <a:latin typeface="Calibri"/>
                <a:ea typeface="Calibri"/>
              </a:rPr>
              <a:t>https://manage.dornogovi.gov.mn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5097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Сургалт  ·  нэвтрэх боломжууд  ·  бодит нэвтрэх хуудас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" y="1591056"/>
            <a:ext cx="4160520" cy="4828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664208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2F63"/>
                </a:solidFill>
                <a:latin typeface="Calibri"/>
                <a:ea typeface="Calibri"/>
              </a:rPr>
              <a:t>Харагдах байдал — нэвтрэх</a:t>
            </a:r>
          </a:p>
        </p:txBody>
      </p:sp>
      <p:pic>
        <p:nvPicPr>
          <p:cNvPr id="11" name="Picture 10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653" y="1938528"/>
            <a:ext cx="2597573" cy="431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63440" y="1591056"/>
            <a:ext cx="7178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2F63"/>
                </a:solidFill>
                <a:latin typeface="Calibri"/>
                <a:ea typeface="Calibri"/>
              </a:rPr>
              <a:t>Нэвтрэх боломжууд — 3 арга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956816"/>
            <a:ext cx="71780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28032" y="2157984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2212848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084832"/>
            <a:ext cx="6217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Утас + нууц үг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39572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Үндсэн арга. 8 оронтой дугаар, нууц үг, «Нэвтрэх».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889504"/>
            <a:ext cx="71780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28032" y="3090672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28032" y="314553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3017520"/>
            <a:ext cx="6217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QR кодоор нэвтрэх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328416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Компьютер дээр код гарна. Утаснаасаа уншуулаад зөвшөөрнө.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3822192"/>
            <a:ext cx="71780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28032" y="4023360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28032" y="4078224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3950208"/>
            <a:ext cx="6217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И-мэйлээр нэвтрэх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4261104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Нөөц арга. «И-мэйлээр нэвтрэх» дарж хаяг + нууц үг оруулна.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791456"/>
            <a:ext cx="7178040" cy="749808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143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48646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  <a:latin typeface="Calibri"/>
                <a:ea typeface="Calibri"/>
              </a:rPr>
              <a:t>Нууц үг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512064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Утасны сүүлийн 4 орон + нэрийн латин бичлэг.   Жишээ: А.Номин / 99178904  →  8904Nomin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0" y="5632704"/>
            <a:ext cx="71780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5742432"/>
            <a:ext cx="6858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«Намайг сана» — энэ төхөөрөмж дээр дараагийн удаа нэрийг санана.
И-мэйл: nomin@dornogovi.gov.mn хэлбэртэй. Нэвтрэх нэр нь үндсэндээ утас.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00584" cy="56144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Харагдах байдал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85216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Зүүн цэс · толгой · ажлын хэсэг   ·   компьютер / утас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" y="1152144"/>
            <a:ext cx="8275320" cy="5266944"/>
          </a:xfrm>
          <a:prstGeom prst="roundRect">
            <a:avLst>
              <a:gd name="adj" fmla="val 2500"/>
            </a:avLst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8328" y="1197864"/>
            <a:ext cx="2395728" cy="5175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34056" y="1197864"/>
            <a:ext cx="10972" cy="51755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289304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" y="127101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2F63"/>
                </a:solidFill>
                <a:latin typeface="Calibri"/>
                <a:ea typeface="Calibri"/>
              </a:rPr>
              <a:t>manage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14538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  <a:ea typeface="Calibri"/>
              </a:rPr>
              <a:t>дотоод систем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" y="1655064"/>
            <a:ext cx="2395728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709928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САМБАР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56232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1874520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Албан хаагчийн самбар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148840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ХОЛБООСОН СИСТЕМҮҮД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295144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313432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Төрийн ERP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569464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" y="2587752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Шилэн данс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2862072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АЖЛЫН УДИРДЛАГА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008376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3026664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Үүрэг даалгавар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282696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3300984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Ажлын хэсэг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557016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3575304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Төлөвлөгөө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3849624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БИЧИГ ХЭРЭГ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3995928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4014216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Захирамж, тушаал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288536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ХҮНИЙ НӨӨЦ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434840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4453128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Утасны жагсаалт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709160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4727448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Чөлөөний бүртгэл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5001768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МЭДЭЭЛЭЛ, СУРГАЛТ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5148072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5166360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Гарын авлага, сургалт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" y="5806440"/>
            <a:ext cx="2395728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5861304"/>
            <a:ext cx="22494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  <a:ea typeface="Calibri"/>
              </a:rPr>
              <a:t>Сан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044184"/>
            <a:ext cx="22494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  <a:ea typeface="Calibri"/>
              </a:rPr>
              <a:t>Хандах эрх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208776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  <a:ea typeface="Calibri"/>
              </a:rPr>
              <a:t>Системийн тохиргоо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34056" y="1197864"/>
            <a:ext cx="578815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34056" y="1655064"/>
            <a:ext cx="578815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80360" y="128930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Албан хаагчийн самбар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4576" y="1280160"/>
            <a:ext cx="1481328" cy="292608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949440" y="131673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05472" y="1298448"/>
            <a:ext cx="1115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2F63"/>
                </a:solidFill>
                <a:latin typeface="Calibri"/>
                <a:ea typeface="Calibri"/>
              </a:rPr>
              <a:t>А.Номин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34056" y="1664208"/>
            <a:ext cx="5788152" cy="4709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98648" y="1746504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Засаг даргын Тамгын газар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98648" y="198424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  <a:ea typeface="Calibri"/>
              </a:rPr>
              <a:t>Албан хаагчийн товч үзүүлэлт, явц.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80360" y="2276856"/>
            <a:ext cx="1042415" cy="841248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758183" y="23682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53512" y="2368296"/>
            <a:ext cx="896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Calibri"/>
                <a:ea typeface="Calibri"/>
              </a:rPr>
              <a:t>Чөлөө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53512" y="2642616"/>
            <a:ext cx="8961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45309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95928" y="2276856"/>
            <a:ext cx="1042415" cy="841248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873751" y="23682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69080" y="2368296"/>
            <a:ext cx="896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369A1"/>
                </a:solidFill>
                <a:latin typeface="Calibri"/>
                <a:ea typeface="Calibri"/>
              </a:rPr>
              <a:t>Томилолт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69080" y="2642616"/>
            <a:ext cx="8961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369A1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111496" y="2276856"/>
            <a:ext cx="1042415" cy="841248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989319" y="23682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84648" y="2368296"/>
            <a:ext cx="896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Calibri"/>
                <a:ea typeface="Calibri"/>
              </a:rPr>
              <a:t>Төлөвлөгөө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84648" y="2642616"/>
            <a:ext cx="8961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47857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27064" y="2276856"/>
            <a:ext cx="1042415" cy="841248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104887" y="23682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0216" y="2368296"/>
            <a:ext cx="896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D28D9"/>
                </a:solidFill>
                <a:latin typeface="Calibri"/>
                <a:ea typeface="Calibri"/>
              </a:rPr>
              <a:t>Ажлын хэсэг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0216" y="2642616"/>
            <a:ext cx="8961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D28D9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42632" y="2276856"/>
            <a:ext cx="1042415" cy="841248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220455" y="23682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15784" y="2368296"/>
            <a:ext cx="896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34155"/>
                </a:solidFill>
                <a:latin typeface="Calibri"/>
                <a:ea typeface="Calibri"/>
              </a:rPr>
              <a:t>Үүрэг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15784" y="2642616"/>
            <a:ext cx="8961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4155"/>
                </a:solidFill>
                <a:latin typeface="Calibri"/>
                <a:ea typeface="Calibri"/>
              </a:rPr>
              <a:t>68%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880360" y="3264407"/>
            <a:ext cx="5495544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26664" y="3392424"/>
            <a:ext cx="5239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Зүүн цэсээр бүх хуудас руу орно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26664" y="3703320"/>
            <a:ext cx="523951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Цэс эрхээс хамаарна — хаасан цэс харагдахгүй.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Толгой: хуудасны нэр · QR уншигч · мэдэгдэл · апп суулгах · хэрэглэгч.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Цэсийг компьютераар хурааж болно.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«Үүрэг даалгавар» — Ажлын удирдлага бүлэгт.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Эхний хуудас — Албан хаагчийн самбар.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732520" y="1152144"/>
            <a:ext cx="3127248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732520" y="1152144"/>
            <a:ext cx="91440" cy="2468880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961120" y="12618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Компьютер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961120" y="1591056"/>
            <a:ext cx="27432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Зүүн цэс байнга харагдана.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Дараалал: Самбар → Холбосон системүүд → Ажлын удирдлага → Бичиг хэрэг → Хүний нөөц.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Доор: Сан, Хандах эрх, тохиргоо.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732520" y="3767328"/>
            <a:ext cx="3127248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32520" y="3767328"/>
            <a:ext cx="91440" cy="2651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96112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Утас / PWA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61120" y="4187952"/>
            <a:ext cx="2743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Цэс товчоор зүүн цэс нээгдэнэ.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Android: Chrome → апп болгон суулгана.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iPhone: Safari → «Нүүр дэлгэцэд нэмэх».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Апп горимд хөтчийн хаяг харагдахгүй.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00584" cy="56144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Албан хаагчийн самбар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85216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Нэвтэрсний дараах эхний хуудас  ·  зүүн цэс: Самбар → Албан хаагчийн самбар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70432"/>
            <a:ext cx="2212848" cy="1207008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22576" y="12984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26187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  <a:ea typeface="Calibri"/>
              </a:rPr>
              <a:t>Хүлээгдэж буй чөлөө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27632"/>
            <a:ext cx="1993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B45309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048256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1170432"/>
            <a:ext cx="2212848" cy="1207008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12984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126187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Calibri"/>
                <a:ea typeface="Calibri"/>
              </a:rPr>
              <a:t>Идэвхтэй томилолт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1627632"/>
            <a:ext cx="1993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369A1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048256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369A1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7488" y="1170432"/>
            <a:ext cx="2212848" cy="1207008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04304" y="12984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57216" y="126187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47857"/>
                </a:solidFill>
                <a:latin typeface="Calibri"/>
                <a:ea typeface="Calibri"/>
              </a:rPr>
              <a:t>Идэвхтэй төлөвлөгөө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1627632"/>
            <a:ext cx="1993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47857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2048256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47857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8352" y="1170432"/>
            <a:ext cx="2212848" cy="120700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45168" y="12984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0" y="126187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Calibri"/>
                <a:ea typeface="Calibri"/>
              </a:rPr>
              <a:t>Ажлын хэсэг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1627632"/>
            <a:ext cx="1993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D28D9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2048256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D28D9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29216" y="1170432"/>
            <a:ext cx="2212848" cy="120700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686032" y="12984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26187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34155"/>
                </a:solidFill>
                <a:latin typeface="Calibri"/>
                <a:ea typeface="Calibri"/>
              </a:rPr>
              <a:t>Үүргийн дундаж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8944" y="1627632"/>
            <a:ext cx="1993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34155"/>
                </a:solidFill>
                <a:latin typeface="Calibri"/>
                <a:ea typeface="Calibri"/>
              </a:rPr>
              <a:t>68%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2542032"/>
            <a:ext cx="7680960" cy="3858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2651760"/>
            <a:ext cx="5669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Сүүлийн чөлөө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6700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C55A5"/>
                </a:solidFill>
                <a:latin typeface="Calibri"/>
                <a:ea typeface="Calibri"/>
              </a:rPr>
              <a:t>Бүгд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" y="3529584"/>
            <a:ext cx="7351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30723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Б.Бат  ·  Ээлжийн амралт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307238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хүлээгдэж буй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4041648"/>
            <a:ext cx="7351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0352" y="35844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Д.Саран  ·  Өвчний чөлөө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35844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хүлээгдэж буй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0352" y="4553712"/>
            <a:ext cx="7351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4096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Г.Эрдэнэ  ·  Цалинтай чөлөө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0" y="40965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батлагдсан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0352" y="4754880"/>
            <a:ext cx="7351775" cy="144475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" y="4864608"/>
            <a:ext cx="7059168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1.  Карт дээр дарна → доор сүүлийн бүртгэл нээгдэнэ.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2.  «Бүгд» → тухайн бүртгэлийн хуудас руу орно.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3.  Дахин дарахад самбар хаагдана.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4.  Үүргийн дундаж нээгдэхгүй — зөвхөн хувь харуулна.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11312" y="2542032"/>
            <a:ext cx="3611880" cy="3858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11312" y="2542032"/>
            <a:ext cx="91440" cy="38587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49056" y="268833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Таван карт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49056" y="3072384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Чөлөө — хүлээгдэж буй тоо.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Томилолт — идэвхтэй явц.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Төлөвлөгөө — нээлттэй төлөвлөгөө.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Ажлын хэсэг — багийн тоо.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Үүргийн дундаж — бүх үүргийн %.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Өдөр тутмын тоймоо эндээс авна.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00584" cy="56144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Үүрэг даалгавар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85216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Зүүн цэс: Ажлын удирдлага → Үүрэг даалгавар   ·   нүд дээр дарж шууд засна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33856"/>
            <a:ext cx="1691640" cy="329184"/>
          </a:xfrm>
          <a:prstGeom prst="roundRect">
            <a:avLst>
              <a:gd name="adj" fmla="val 15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16128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Word оруулах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1133856"/>
            <a:ext cx="1325880" cy="32918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16128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2F63"/>
                </a:solidFill>
                <a:latin typeface="Calibri"/>
                <a:ea typeface="Calibri"/>
              </a:rPr>
              <a:t>Татах  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133856"/>
            <a:ext cx="2011680" cy="329184"/>
          </a:xfrm>
          <a:prstGeom prst="roundRect">
            <a:avLst>
              <a:gd name="adj" fmla="val 15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1612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Үүрэг чиглэл нэмэх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11521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Татах: Word · Excel · PDF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54480"/>
            <a:ext cx="1147572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" y="1609344"/>
            <a:ext cx="2011680" cy="310896"/>
          </a:xfrm>
          <a:prstGeom prst="roundRect">
            <a:avLst>
              <a:gd name="adj" fmla="val 12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16459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</a:rPr>
              <a:t>Үүрэг чиглэл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164592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Бэлтгэл ажил хангах төлөвлөгөө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164592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55A5"/>
                </a:solidFill>
                <a:latin typeface="Calibri"/>
                <a:ea typeface="Calibri"/>
              </a:rPr>
              <a:t>+ Хэсэг нэмэх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084831"/>
            <a:ext cx="1147572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2194560"/>
            <a:ext cx="402336" cy="402336"/>
          </a:xfrm>
          <a:prstGeom prst="roundRect">
            <a:avLst>
              <a:gd name="adj" fmla="val 15000"/>
            </a:avLst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139696"/>
            <a:ext cx="4023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Хэрэгжилтийн дашбоард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23591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Дарж дэлгэрэнгүй графикаар харна    Нийт 12   Дууссан 5   Эхлээгүй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176272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0F2F63"/>
                </a:solidFill>
                <a:latin typeface="Calibri"/>
                <a:ea typeface="Calibri"/>
              </a:rPr>
              <a:t>62%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80" y="2340864"/>
            <a:ext cx="489204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212080" y="2340864"/>
            <a:ext cx="3017520" cy="12801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852928"/>
            <a:ext cx="45720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889504"/>
            <a:ext cx="384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2852928"/>
            <a:ext cx="310896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2889504"/>
            <a:ext cx="3035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Үүрэг чиглэл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31920" y="2852928"/>
            <a:ext cx="210312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77640" y="2889504"/>
            <a:ext cx="2029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Хариуцах эзэн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852928"/>
            <a:ext cx="246888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2889504"/>
            <a:ext cx="23957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Хяналт тавих албан тушаалтан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2852928"/>
            <a:ext cx="196596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40" y="2889504"/>
            <a:ext cx="1892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Хэрэгжилт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69880" y="2852928"/>
            <a:ext cx="137160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0" y="2889504"/>
            <a:ext cx="1298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Биелэлтийн хувь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163824"/>
            <a:ext cx="457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218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316382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3218688"/>
            <a:ext cx="3035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Зудын эсрэг бэлтгэл хангах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3163824"/>
            <a:ext cx="2103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77640" y="3218688"/>
            <a:ext cx="2029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А.Номин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16382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3218688"/>
            <a:ext cx="2395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Хэлтсийн дарга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03920" y="3163824"/>
            <a:ext cx="1965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9640" y="3218688"/>
            <a:ext cx="189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Хурлын шийдвэр гарсан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69880" y="3163824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0" y="3218688"/>
            <a:ext cx="1298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  <a:ea typeface="Calibri"/>
              </a:rPr>
              <a:t>80%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529584"/>
            <a:ext cx="45720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" y="358444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3529584"/>
            <a:ext cx="310896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3584448"/>
            <a:ext cx="3035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Сумдын тайлан нэгтгэх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31920" y="3529584"/>
            <a:ext cx="210312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77640" y="3584448"/>
            <a:ext cx="2029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А.Бадрал / Ц.Саран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35040" y="3529584"/>
            <a:ext cx="246888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3584448"/>
            <a:ext cx="2395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Дэд дарга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03920" y="3529584"/>
            <a:ext cx="196596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49640" y="3584448"/>
            <a:ext cx="189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Цуглуулж байна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69880" y="3529584"/>
            <a:ext cx="137160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15600" y="3584448"/>
            <a:ext cx="1298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45%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895344"/>
            <a:ext cx="457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395020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89534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8680" y="3950208"/>
            <a:ext cx="3035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Сургалтын хуваарь батлуулах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31920" y="3895344"/>
            <a:ext cx="2103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77640" y="3950208"/>
            <a:ext cx="2029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Б.Эрдэнэ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35040" y="38953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80760" y="3950208"/>
            <a:ext cx="2395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Хэлтсийн дарга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03920" y="3895344"/>
            <a:ext cx="1965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49640" y="3950208"/>
            <a:ext cx="189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Эхлээгүй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469880" y="3895344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515600" y="3950208"/>
            <a:ext cx="1298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Calibri"/>
                <a:ea typeface="Calibri"/>
              </a:rPr>
              <a:t>0%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65760" y="4736592"/>
            <a:ext cx="374903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65760" y="4736592"/>
            <a:ext cx="91440" cy="1664208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828032"/>
            <a:ext cx="345643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Нүд засах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5138928"/>
            <a:ext cx="345643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Нүд дээр дарж шууд бичнэ. Тусдаа «Хадгалах» байхгүй.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24527" y="4736592"/>
            <a:ext cx="374903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24527" y="4736592"/>
            <a:ext cx="91440" cy="1664208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25695" y="4828032"/>
            <a:ext cx="345643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Хүн сонгох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25695" y="5138928"/>
            <a:ext cx="345643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Хариуцагч / хяналтыг утасны жагсаалтаас нэрээр сонгоно.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83294" y="4736592"/>
            <a:ext cx="374903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83294" y="4736592"/>
            <a:ext cx="91440" cy="16642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84462" y="4828032"/>
            <a:ext cx="345643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Хэсэг нэмэх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84462" y="5138928"/>
            <a:ext cx="345643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«+ Хэсэг нэмэх» — шинэ таб. Загвар: Үүрэг чиглэл эсвэл Бэлтгэл ажил.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