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6032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01168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Дорноговь аймгийн ЗДТГ — Дотоод нэгдсэн систем (manage)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71323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DBA74"/>
                </a:solidFill>
                <a:latin typeface="Calibri"/>
                <a:ea typeface="Calibri"/>
              </a:rPr>
              <a:t>https://manage.dornogovi.gov.mn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2412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Албан хаагчдад зориулсан сургалт  ·  нэвтрэх боломжууд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664208"/>
            <a:ext cx="5989320" cy="47365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F63"/>
                </a:solidFill>
                <a:latin typeface="Calibri"/>
                <a:ea typeface="Calibri"/>
              </a:rPr>
              <a:t>Нэвтрэх боломжууд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762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39696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Үндсэн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7744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Утасны дугаар (8 орон) + нууц үг. Нэвтрэх товч.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614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24912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QR кодоор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62656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Компьютер дээр QR гарна. Утаснаасаа уншуулаад зөвшөөрнө.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4670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10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И-мэйл + нууц үг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54787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«И-мэйлээр нэвтрэх» — нөөц арга.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319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895344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Намайг сана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3308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Дараагийн удаа энэ төхөөрөмж дээр нэрийг санана.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72000"/>
            <a:ext cx="562356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64515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Нууц үгийн дүрэм (нийтийн)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901184"/>
            <a:ext cx="5623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  <a:ea typeface="Calibri"/>
              </a:rPr>
              <a:t>Утасны сүүлийн 4 орон + нэрийн латин бичлэг.
А.Номин / 99178904  →  8904Nomin     ·     А.Бадрал / 94588599  →  8599Badral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59552"/>
            <a:ext cx="5623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Хэлтсийн и-мэйл: nomin@dornogovi.gov.mn хэлбэртэй. Гэхдээ нэвтрэх нэр нь үндсэндээ утас (и-мэйлээр ч нэвтэрч болно).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1664208"/>
            <a:ext cx="5349240" cy="47365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17556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Бодит нэвтрэх хуудас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67828" y="1920240"/>
            <a:ext cx="2798064" cy="4462272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8073" y="1993392"/>
            <a:ext cx="2597573" cy="4315968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Харагдах байдал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Зүүн цэс · толгой · ажлын хэсэг  ·  компьютер / утас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8183879" cy="5230368"/>
          </a:xfrm>
          <a:prstGeom prst="roundRect">
            <a:avLst>
              <a:gd name="adj" fmla="val 3000"/>
            </a:avLst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25296"/>
            <a:ext cx="233172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06624" y="1225296"/>
            <a:ext cx="13716" cy="5120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335024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" y="13167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manage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49961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  <a:ea typeface="Calibri"/>
              </a:rPr>
              <a:t>дотоод систем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" y="1728216"/>
            <a:ext cx="233172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" y="1792224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Calibri"/>
                <a:ea typeface="Calibri"/>
              </a:rPr>
              <a:t>САМБАР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" y="1956816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" y="1956816"/>
            <a:ext cx="45720" cy="21945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1965960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F2F63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" y="221284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Calibri"/>
                <a:ea typeface="Calibri"/>
              </a:rPr>
              <a:t>ХОЛБООСОН СИСТЕМҮҮД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" y="2377440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386584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Төрийн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2633472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Calibri"/>
                <a:ea typeface="Calibri"/>
              </a:rPr>
              <a:t>АЖЛЫН УДИРДЛАГА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" y="2798064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07208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Үүрэг даалгавар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" y="3035808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044952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" y="3273552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282696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Төлөвлөгөө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" y="3529584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Calibri"/>
                <a:ea typeface="Calibri"/>
              </a:rPr>
              <a:t>БИЧИГ ХЭРЭГ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" y="3694176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703320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Захирамж, тушаал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" y="3931920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941064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Архив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" y="4187952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Calibri"/>
                <a:ea typeface="Calibri"/>
              </a:rPr>
              <a:t>ХҮНИЙ НӨӨЦ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" y="4352544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361688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Утасны жагсаалт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" y="4590288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599432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Чөлөөний бүртгэл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" y="4846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Calibri"/>
                <a:ea typeface="Calibri"/>
              </a:rPr>
              <a:t>МЭДЭЭЛЭЛ, СУРГАЛТ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6344" y="5010912"/>
            <a:ext cx="214884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020056"/>
            <a:ext cx="1984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Calibri"/>
                <a:ea typeface="Calibri"/>
              </a:rPr>
              <a:t>Гарын авлага, сургалт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904" y="5705856"/>
            <a:ext cx="233172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" y="5779008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  <a:ea typeface="Calibri"/>
              </a:rPr>
              <a:t>Сан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" y="5980176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  <a:ea typeface="Calibri"/>
              </a:rPr>
              <a:t>Хандах эрх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" y="6163056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  <a:ea typeface="Calibri"/>
              </a:rPr>
              <a:t>Системийн тохиргоо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1225296"/>
            <a:ext cx="5742431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06624" y="1700784"/>
            <a:ext cx="5742431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71216" y="133502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7415" y="1316736"/>
            <a:ext cx="1554480" cy="292608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812279" y="135331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68311" y="13350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2F63"/>
                </a:solidFill>
                <a:latin typeface="Calibri"/>
                <a:ea typeface="Calibri"/>
              </a:rPr>
              <a:t>А.Номин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1711756"/>
            <a:ext cx="5742431" cy="46341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89504" y="18105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  <a:ea typeface="Calibri"/>
              </a:rPr>
              <a:t>Хэлтэс  ·  Албан хаагчийн товч үзүүлэлт, явц.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71216" y="2185416"/>
            <a:ext cx="1024128" cy="8686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730752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44368" y="2295144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  <a:ea typeface="Calibri"/>
              </a:rPr>
              <a:t>Чөлөө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2569464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45309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86784" y="2185416"/>
            <a:ext cx="1024128" cy="86868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84632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59936" y="2295144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369A1"/>
                </a:solidFill>
                <a:latin typeface="Calibri"/>
                <a:ea typeface="Calibri"/>
              </a:rPr>
              <a:t>Томилолт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9936" y="2569464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369A1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02352" y="2185416"/>
            <a:ext cx="1024128" cy="86868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961888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75504" y="2295144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Calibri"/>
                <a:ea typeface="Calibri"/>
              </a:rPr>
              <a:t>Төлөвлөгөө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75504" y="2569464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47857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2185416"/>
            <a:ext cx="1024128" cy="86868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077456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1072" y="2295144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91072" y="2569464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D28D9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33488" y="2185416"/>
            <a:ext cx="1024128" cy="86868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193024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06640" y="2295144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4155"/>
                </a:solidFill>
                <a:latin typeface="Calibri"/>
                <a:ea typeface="Calibri"/>
              </a:rPr>
              <a:t>Үүрэг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6640" y="2569464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  <a:ea typeface="Calibri"/>
              </a:rPr>
              <a:t>68%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871216" y="3236976"/>
            <a:ext cx="5413247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999232" y="3346704"/>
            <a:ext cx="5193791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Ажлын хэсэг — энд хуудасны агуулга орно.
Зүүн цэсээр бүх модуль руу орно. Цэс эрхээс хамаарна.
Толгой: хуудасны нэр · QR уншигч · мэдэгдэл · апп суулгах · хэрэглэгч.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86800" y="1170432"/>
            <a:ext cx="3182112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86800" y="1170432"/>
            <a:ext cx="91440" cy="2331720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15400" y="128016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Компьютер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15400" y="16002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Зүүн цэс байнга харагдана (хурааж болно).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Бүлэг: Самбар → Холбосон системүүд → Ажлын удирдлага → Бичиг хэрэг → Хүний нөөц.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Доор: Сан, Хандах эрх, тохиргоо.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86800" y="3657600"/>
            <a:ext cx="3182112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686800" y="3657600"/>
            <a:ext cx="91440" cy="2743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15400" y="376732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Утас / PWA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15400" y="4096512"/>
            <a:ext cx="28346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Цэс товчоор зүүн цэс нээгдэнэ.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Chrome/Android: апп болгон суулгана.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iPhone: Safari → «Нүүр дэлгэцэд нэмэх».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Апп горимд хөтчийн хаяг харагдахгүй.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Нэвтэрсний дараах эхний хуудас  ·  хэлтсийн товч үзүүлэлт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2212848" cy="1261872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22576" y="135331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3167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  <a:ea typeface="Calibri"/>
              </a:rPr>
              <a:t>Хүлээгдэж буй чөлөө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82496"/>
            <a:ext cx="19568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45309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210312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1207008"/>
            <a:ext cx="2212848" cy="1261872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135331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13167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Calibri"/>
                <a:ea typeface="Calibri"/>
              </a:rPr>
              <a:t>Идэвхтэй томилолт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682496"/>
            <a:ext cx="19568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369A1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10312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369A1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7488" y="1207008"/>
            <a:ext cx="2212848" cy="1261872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04304" y="135331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13167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Calibri"/>
                <a:ea typeface="Calibri"/>
              </a:rPr>
              <a:t>Идэвхтэй төлөвлөгөө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1682496"/>
            <a:ext cx="19568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47857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10312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47857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1207008"/>
            <a:ext cx="2212848" cy="1261872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45168" y="135331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13167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8" y="1682496"/>
            <a:ext cx="19568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D28D9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10312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29216" y="1207008"/>
            <a:ext cx="2212848" cy="1261872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86032" y="135331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57232" y="13167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  <a:ea typeface="Calibri"/>
              </a:rPr>
              <a:t>Үүргийн дундаж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1682496"/>
            <a:ext cx="19568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34155"/>
                </a:solidFill>
                <a:latin typeface="Calibri"/>
                <a:ea typeface="Calibri"/>
              </a:rPr>
              <a:t>68%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0312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  <a:ea typeface="Calibri"/>
              </a:rPr>
              <a:t>Зөвхөн харуулна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2633472"/>
            <a:ext cx="7635240" cy="3767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76148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Сүүлийн чөлөө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779776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C55A5"/>
                </a:solidFill>
                <a:latin typeface="Calibri"/>
                <a:ea typeface="Calibri"/>
              </a:rPr>
              <a:t>Бүгд 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657600"/>
            <a:ext cx="726948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18211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Б.Бат  ·  Ээлжийн амралт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1821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хүлээгдэж буй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87952"/>
            <a:ext cx="726948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7124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Д.Саран  ·  Өвчний чөлөө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7124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хүлээгдэж буй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718304"/>
            <a:ext cx="726948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2428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Г.Эрдэнэ  ·  Цалинтай чөлөө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424281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батлагдсан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029200"/>
            <a:ext cx="7269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Карт дээр дарахад доор сүүлийн бүртгэл нээгдэнэ. «Бүгд» дарвал тухайн бүртгэлийн хуудас руу орно.
Дахин дарахад хаагдана. Үүргийн дундаж карт нээгдэхгүй — зөвхөн хувь харуулна.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3879" y="2633472"/>
            <a:ext cx="3639312" cy="3767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83879" y="2633472"/>
            <a:ext cx="91440" cy="37673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30768" y="277977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Юу харна вэ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30768" y="3127248"/>
            <a:ext cx="32004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1.  Чөлөө — хүлээгдэж буй тоо.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2.  Томилолт — идэвхтэй явц.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3.  Төлөвлөгөө — нээлттэй төлөвлөгөө.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4.  Ажлын хэсэг — багийн тоо, явц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5.  Үүргийн дундаж — бүх үүргийн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Өдөр тутмын тоймоо эндээс авна. Цэс хайх шаардлагагүй.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Үүрэг даалгавар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Хүснэгтээр шууд засна  ·  Word оруулах / татах  ·  хэрэгжилтийн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52144"/>
            <a:ext cx="1600200" cy="347472"/>
          </a:xfrm>
          <a:prstGeom prst="roundRect">
            <a:avLst>
              <a:gd name="adj" fmla="val 15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Word оруулах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75688" y="1152144"/>
            <a:ext cx="1600200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75688" y="1188720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2F63"/>
                </a:solidFill>
                <a:latin typeface="Calibri"/>
                <a:ea typeface="Calibri"/>
              </a:rPr>
              <a:t>Татах  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85616" y="1152144"/>
            <a:ext cx="1874519" cy="347472"/>
          </a:xfrm>
          <a:prstGeom prst="roundRect">
            <a:avLst>
              <a:gd name="adj" fmla="val 15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85616" y="1188720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Үүрэг чиглэл нэмэх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1704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Татах: Word · Excel · PDF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27632"/>
            <a:ext cx="114757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" y="1682496"/>
            <a:ext cx="2148840" cy="347472"/>
          </a:xfrm>
          <a:prstGeom prst="roundRect">
            <a:avLst>
              <a:gd name="adj" fmla="val 12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71907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</a:rPr>
              <a:t>Үүрэг чиглэл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71907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Бэлтгэл ажил хангах төлөвлөгөө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17190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55A5"/>
                </a:solidFill>
                <a:latin typeface="Calibri"/>
                <a:ea typeface="Calibri"/>
              </a:rPr>
              <a:t>+ Хэсэг нэмэх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194560"/>
            <a:ext cx="1147572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24942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Хэрэгжилтийн дашбоард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24688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Нийт  12    Дууссан  5    Эхлээгүй 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286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0F2F63"/>
                </a:solidFill>
                <a:latin typeface="Calibri"/>
                <a:ea typeface="Calibri"/>
              </a:rPr>
              <a:t>62%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2450592"/>
            <a:ext cx="6263640" cy="14630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977639" y="2450592"/>
            <a:ext cx="3886200" cy="14630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980944"/>
            <a:ext cx="411480" cy="329184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" y="3026664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80944"/>
            <a:ext cx="3246120" cy="329184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" y="3026664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Үүрэг чиглэл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2980944"/>
            <a:ext cx="2148840" cy="329184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78224" y="3026664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Хариуцах эзэн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2980944"/>
            <a:ext cx="2331720" cy="329184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27064" y="302666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Хяналт тавих албан тушаалтан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2980944"/>
            <a:ext cx="1965960" cy="329184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8784" y="3026664"/>
            <a:ext cx="1874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Хэрэгжилт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69880" y="2980944"/>
            <a:ext cx="1371600" cy="329184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24744" y="30266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Биелэлт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10128"/>
            <a:ext cx="411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" y="3355848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310128"/>
            <a:ext cx="3246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" y="3355848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Зудын эсрэг бэлтгэл хангах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0" y="3310128"/>
            <a:ext cx="2148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78224" y="3355848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А.Номин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310128"/>
            <a:ext cx="2331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7064" y="3355848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3310128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8784" y="3355848"/>
            <a:ext cx="1874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Хурлын шийдвэр гарсан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69880" y="3310128"/>
            <a:ext cx="13716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24744" y="3355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  <a:ea typeface="Calibri"/>
              </a:rPr>
              <a:t>80%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657600"/>
            <a:ext cx="4114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7240" y="3657600"/>
            <a:ext cx="32461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" y="370332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Сумдын тайлан нэгтгэх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023360" y="3657600"/>
            <a:ext cx="21488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78224" y="370332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А.Бадрал / Ц.Саран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3657600"/>
            <a:ext cx="23317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27064" y="3703320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Дэд дарга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03920" y="3657600"/>
            <a:ext cx="19659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58784" y="3703320"/>
            <a:ext cx="1874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Цуглуулж байна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69880" y="3657600"/>
            <a:ext cx="13716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24744" y="370332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45%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05072"/>
            <a:ext cx="411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0624" y="40507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4005072"/>
            <a:ext cx="3246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" y="4050792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Сургалтын хуваарь батлуулах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0" y="4005072"/>
            <a:ext cx="2148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78224" y="405079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Б.Эрдэнэ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72200" y="4005072"/>
            <a:ext cx="23317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27064" y="4050792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3920" y="4005072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58784" y="4050792"/>
            <a:ext cx="1874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Эхлээгүй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469880" y="4005072"/>
            <a:ext cx="13716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524744" y="40507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  <a:ea typeface="Calibri"/>
              </a:rPr>
              <a:t>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4352544"/>
            <a:ext cx="4114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0624" y="4398264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352544"/>
            <a:ext cx="32461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" y="4398264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Хэвлэлийн мэдээ бэлтгэх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023360" y="4352544"/>
            <a:ext cx="21488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78224" y="4398264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Д.Мөнх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352544"/>
            <a:ext cx="23317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27064" y="439826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03920" y="4352544"/>
            <a:ext cx="19659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58784" y="4398264"/>
            <a:ext cx="1874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Ноорог бэлэн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469880" y="4352544"/>
            <a:ext cx="13716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24744" y="43982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  <a:ea typeface="Calibri"/>
              </a:rPr>
              <a:t>70%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" y="5074920"/>
            <a:ext cx="11475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Нүд дээр дарж шууд засна (SheetCell) — тусад нь «Хадгалах» дарахгүй. Хариуцагч / хяналтыг утасны жагсаалтаас нэрээр сонгоно (олон хүн « / »-аар).
«+ Хэсэг нэмэх» — «Үүрэг чиглэл» эсвэл «Бэлтгэл ажил хангах төлөвлөгөө»-тэй ижил шинэ таб. Төлөвлөгөөний хүснэгт: ажлын чиглэл, арга хэмжээ, хугацаа, хамтран хэрэгжүүлэх.
Хэрэгжилтийн дашбоард дээр дарвал нийт %, хэлтэс/хүнээр шүүсэн график нээгдэнэ.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