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Calibri"/>
                <a:ea typeface="Calibri"/>
              </a:rPr>
              <a:t>ДОРНОГОВЬ АЙМГИЙН ЗДТГ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  <a:ea typeface="Calibri"/>
              </a:rPr>
              <a:t>manage дотоод систем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Calibri"/>
                <a:ea typeface="Calibri"/>
              </a:rPr>
              <a:t>Албан хаагчдад зориулсан сургалт, танилцуулга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Calibri"/>
              </a:rPr>
              <a:t>https://manage.dornogovi.gov.mn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Сургалтын хөтөлбөр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Ойролцоогоор 30–40 минут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8288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F63"/>
                </a:solidFill>
                <a:latin typeface="Calibri"/>
                <a:ea typeface="Calibri"/>
              </a:rPr>
              <a:t>Систем юу хийдэг вэ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288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F63"/>
                </a:solidFill>
                <a:latin typeface="Calibri"/>
                <a:ea typeface="Calibri"/>
              </a:rPr>
              <a:t>Хэрхэн нэвтрэх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F63"/>
                </a:solidFill>
                <a:latin typeface="Calibri"/>
                <a:ea typeface="Calibri"/>
              </a:rPr>
              <a:t>Самбар, холбосон системүүд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7180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2461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F63"/>
                </a:solidFill>
                <a:latin typeface="Calibri"/>
                <a:ea typeface="Calibri"/>
              </a:rPr>
              <a:t>Үүрэг даалгавар, ажлын удирдлага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2628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9377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F63"/>
                </a:solidFill>
                <a:latin typeface="Calibri"/>
                <a:ea typeface="Calibri"/>
              </a:rPr>
              <a:t>Бичиг хэрэг, хүний нөөц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52628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8006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9377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F63"/>
                </a:solidFill>
                <a:latin typeface="Calibri"/>
                <a:ea typeface="Calibri"/>
              </a:rPr>
              <a:t>Эрх, мобайл, анхаарах зүйлс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Яагаад энэ систем вэ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Нэг цонхноос ажлаа удирдана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91440" cy="205740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Нэг хаяг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Төрийн ERP, шуудан, дашборд болон дотоод бүртгэл нэг дор. Хаяг хайх шаардлагагүй.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91440" cy="2057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Аюулгүй нэвтрэлт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92024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Нэвтрэх мэдээлэл шифрлэгдэнэ. Зөвхөн эзэмшигч өөрөө задлана.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91440" cy="205740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Хамтын ажил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20624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Үүрэг, төлөвлөгөө, чөлөө, шагнал — хэлтэс хооронд нэг мэдээлэл.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91440" cy="2057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Эрхийн хяналт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20624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Модуль тус бүр харах / удирдах эрхтэй. Хэлтсийн дарга, мэргэжилтэн ялгаатай.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Хэрхэн нэвтрэх вэ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Браузер дээр хаягаа нээнэ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F63"/>
                </a:solidFill>
                <a:latin typeface="Calibri"/>
                <a:ea typeface="Calibri"/>
              </a:rPr>
              <a:t>Хаяг:  https://manage.dornogovi.gov.mn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Нэвтрэх нэр — гар утасны дугаар (8 орон).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Нууц үг — утасны сүүлийн 4 орон + нэрийн латин бичлэг.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И-мэйл хаяг — нэр@dornogovi.gov.mn хэлбэртэй (жнь: badral@dornogovi.gov.mn).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Нууц үгээ мартсан бол админ / Хандах эрх хэсгээс шинэчилнэ.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Эхний нэвтрэлтийн дараа өөрийн нууц үгээ солихыг зөвлөнө.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Нэвтрэх жишээ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Дүрэм: 4 орон + латин нэр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377440" cy="64008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Нэр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417320"/>
            <a:ext cx="2743200" cy="64008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Утас (нэвтрэх)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417320"/>
            <a:ext cx="2926080" cy="64008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554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Нууц үг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417320"/>
            <a:ext cx="3200400" cy="64008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554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И-мэйл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2377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94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А.Номин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05740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194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99178904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057400"/>
            <a:ext cx="2926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  <a:ea typeface="Calibri"/>
              </a:rPr>
              <a:t>8904Nomin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2057400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194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nomin@dornogovi.gov.mn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97480"/>
            <a:ext cx="237744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34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А.Бадрал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697480"/>
            <a:ext cx="27432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94588599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697480"/>
            <a:ext cx="29260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2834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  <a:ea typeface="Calibri"/>
              </a:rPr>
              <a:t>8599Badral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2697480"/>
            <a:ext cx="3200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2834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badral@dornogovi.gov.mn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37559"/>
            <a:ext cx="2377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47471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Ц.Сансармаа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337559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34747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91116259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337559"/>
            <a:ext cx="2926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34747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  <a:ea typeface="Calibri"/>
              </a:rPr>
              <a:t>6259Sansarmaa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3337559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34747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sansarmaa@dornogovi.gov.mn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1605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  <a:ea typeface="Calibri"/>
              </a:rPr>
              <a:t>Кирилл нэр латин болно: Номин → Nomin, Бадрал → Badral, Сансармаа → Sansarmaa.
Хэрэв ижил нэртэй хүн байвал и-мэйл nomin2@… гэж дугаарлагдана.
Супер админы нууц үг энэ дүрмээр солигдохгүй.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Дэлгэцийн бүтэц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Зүүн цэсээр бүх хэсэгт орно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" cy="7132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F63"/>
                </a:solidFill>
                <a:latin typeface="Calibri"/>
                <a:ea typeface="Calibri"/>
              </a:rPr>
              <a:t>САМБАР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Албан хаагчийн самбар — өөрийн ажил, чөлөө, үүргийн тойм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30552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30552"/>
            <a:ext cx="109728" cy="713232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03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F63"/>
                </a:solidFill>
                <a:latin typeface="Calibri"/>
                <a:ea typeface="Calibri"/>
              </a:rPr>
              <a:t>ХОЛБООСОН СИСТЕМҮҮД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7802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Төрийн ERP, дашборд, шуудан, унаа тээвэр гэх мэт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35224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35224"/>
            <a:ext cx="109728" cy="713232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08376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F63"/>
                </a:solidFill>
                <a:latin typeface="Calibri"/>
                <a:ea typeface="Calibri"/>
              </a:rPr>
              <a:t>АЖЛЫН УДИРДЛАГА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82696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Үүрэг даалгавар, ажлын хэсэг, төлөвлөгөө, хурал, тайлан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39896"/>
            <a:ext cx="109728" cy="713232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13048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F63"/>
                </a:solidFill>
                <a:latin typeface="Calibri"/>
                <a:ea typeface="Calibri"/>
              </a:rPr>
              <a:t>БИЧИГ ХЭРЭГ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87368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Журам, захирамж/тушаал, гэрээ, архив, стандарт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4456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544568"/>
            <a:ext cx="109728" cy="713232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F63"/>
                </a:solidFill>
                <a:latin typeface="Calibri"/>
                <a:ea typeface="Calibri"/>
              </a:rPr>
              <a:t>ХҮНИЙ НӨӨЦ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920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Утасны жагсаалт, чөлөө, томилолт, шагнал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4924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109728" cy="713232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223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F63"/>
                </a:solidFill>
                <a:latin typeface="Calibri"/>
                <a:ea typeface="Calibri"/>
              </a:rPr>
              <a:t>УДИРДЛАГА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9671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Хандах эрх — зөвхөн админ / эрхтэй хэрэглэгч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Албан хаагчийн самбар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Нэвтэрсний дараах эхний хуудас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0F172A"/>
                </a:solidFill>
                <a:latin typeface="Calibri"/>
                <a:ea typeface="Calibri"/>
              </a:rPr>
              <a:t>•  Хүлээгдэж буй чөлөө, идэвхтэй томилолт, төлөвлөгөө, ажлын хэсгийн тоо харагдана.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0F172A"/>
                </a:solidFill>
                <a:latin typeface="Calibri"/>
                <a:ea typeface="Calibri"/>
              </a:rPr>
              <a:t>•  Үүрэг даалгаврын дундаж биелэлтийг хувиар харна.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0F172A"/>
                </a:solidFill>
                <a:latin typeface="Calibri"/>
                <a:ea typeface="Calibri"/>
              </a:rPr>
              <a:t>•  Карт дээр дарахад тухайн бүртгэл рүү шууд орно.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0F172A"/>
                </a:solidFill>
                <a:latin typeface="Calibri"/>
                <a:ea typeface="Calibri"/>
              </a:rPr>
              <a:t>•  Эндээс өдөр тутмын ажлын тоймоо авна — бүх цэсийг эхнээс нь хайхгүй.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Холбосон системүүд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Төрийн систем рүү нэг товчоор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Жишээ: Төрийн ERP, Төрийн дашборд, Төрийн шуудан, Унаа тээврийн систем.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Нэвтрэх нэр, нууц үгээ нэг удаа хадгална — дараа нь автоматаар бөглөгдөнө.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Хадгалсан нууц үгийг задлахын тулд энэ системийн нууц үг эсвэл хурууны хээ / нүүрээр баталгаажуулна.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Хөтөч дээрх өргөтгөл (extension) холбосон системд автоматаар нэвтрүүлэхэд тусална.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Нэвтрэх мэдээлэл байхгүй систем дээр улаан тэмдэг гарвал «нэвтрэх мэдээлэл нэмнэ».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Үүрэг даалгавар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Хэрэгжилтийг хүснэгтээр шууд засна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19456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Үүрэг чиглэл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7452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№, агуулга, хариуцах эзэн, хяналт тавих албан тушаалтан, хэрэгжилт, биелэлтийн хувь.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5321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91440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0876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Бэлтгэл ажил хангах төлөвлөгөө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874520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Ажлын чиглэл, арга хэмжээ, хугацаа, хариуцах / хамтран хэрэгжүүлэх, хэрэгжилт.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•  «+ Хэсэг нэмэх» — энэ хоёртой ижил шинэ таб үүсгэнэ (нэр + загвар сонгоно).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•  «Үүрэг чиглэл нэмэх» / «Мөр нэмэх» — тухайн хэсэгт шинэ мөр нэмнэ.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•  Word оруулах, Word / Excel / PDF-ээр татах боломжтой.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•  Нүдэн дээр дарж нэр сонгоно — утасны жагсаалтаас хайна.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Үүрэг дээр ажиллах дараалал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Өдөр тутмын хэрэглээ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81912"/>
            <a:ext cx="548640" cy="54864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904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F63"/>
                </a:solidFill>
                <a:latin typeface="Calibri"/>
                <a:ea typeface="Calibri"/>
              </a:rPr>
              <a:t>Табаа сонгоно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562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  <a:ea typeface="Calibri"/>
              </a:rPr>
              <a:t>Үүрэг чиглэл эсвэл төлөвлөгөө, эсвэл шинэ хэсэг.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1460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770632"/>
            <a:ext cx="548640" cy="54864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7919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F63"/>
                </a:solidFill>
                <a:latin typeface="Calibri"/>
                <a:ea typeface="Calibri"/>
              </a:rPr>
              <a:t>Мөр нэмнэ / засна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4495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  <a:ea typeface="Calibri"/>
              </a:rPr>
              <a:t>Нүд дээр дарж бичнэ. Хадгалах товч дарахгүй — шууд хадгалагдана.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959352"/>
            <a:ext cx="548640" cy="54864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6791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F63"/>
                </a:solidFill>
                <a:latin typeface="Calibri"/>
                <a:ea typeface="Calibri"/>
              </a:rPr>
              <a:t>Хариуцагч онооно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3367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  <a:ea typeface="Calibri"/>
              </a:rPr>
              <a:t>Утасны жагсаалтаас нэр сонгоно. Олон хүн « / »-аар залгана.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148072"/>
            <a:ext cx="548640" cy="54864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05663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F63"/>
                </a:solidFill>
                <a:latin typeface="Calibri"/>
                <a:ea typeface="Calibri"/>
              </a:rPr>
              <a:t>Хувь шинэчилнэ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42239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  <a:ea typeface="Calibri"/>
              </a:rPr>
              <a:t>0–100%. Дашборд дээр нийт, дууссан, эхлээгүй тоо харагдана.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Бусад ажлын удирдлага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Үүрэг даалгаврын хажуугийн цэсүүд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91440" cy="205740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Ажлын хэсэг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Түр баг, үүрэг, явцыг бүртгэнэ.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91440" cy="205740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Төлөвлөгөө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92024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Хэлтэс, байгууллагын төлөвлөгөө.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91440" cy="205740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Хурлын тэмдэглэл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20624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Хурлын шийдвэр, оролцогч.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91440" cy="205740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Тайлан мэдээлэл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20624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Тайлангийн бүртгэл, хавсралт.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Бичиг хэрэг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Албан бичгийн бүртгэл нэг дор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91440" cy="210312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Дотоод журам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7452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Байгууллагын журам, заавар.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91440" cy="2103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508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Захирамж, тушаал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7452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Дугаарлалт, хэвлэх, бүртгэл.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91440" cy="210312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508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Гэрээний дугаар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87452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Гэрээнд дугаар өгөх.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03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03320"/>
            <a:ext cx="91440" cy="210312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8404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Архив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20624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Хадгалах, хайх.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03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03320"/>
            <a:ext cx="91440" cy="210312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38404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Бичиг хэргийн стандарт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20624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Загвар, шаардлага.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91440" cy="210312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38404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Сан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20624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Баримт бичгийн сан.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Хүний нөөц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Өдөр тутмын бүртгэл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14884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Утасны жагсаалт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7452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Байгууллага, албан хаагчдын өрөө / гар утас. Хайлт, ангилал, Word татах, шинэ нэмэх.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91440" cy="214884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Чөлөөний бүртгэл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87452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Хүснэгт болон хуудасны харагдац. А4-т 6 ширхэгээр хэвлэнэ.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91440" cy="214884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Томилолтын бүртгэл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20624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Албан томилолтын явц, хугацаа.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91440" cy="214884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Шагнал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20624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Төрийн дээд одон, АЗД шагнал, бусад. Нүдэн дээр дарж бөглөнө, Excel татна.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Утасны жагсаалт — түгээмэл хэрэглээ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Нэр сонголт бусад модульд эндээс ирнэ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Нэр, албан тушаал, утсаар хайна.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Ангилал: Аймгийн удирдлага, Хэлтэс, Агентлаг, Сумд, Байгууллага.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Засварлах горимд нэр, утас, албан тушаалыг шууд хүснэгтэнд засна.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«Шинэ нэмэх» — шинэ албан хаагч / нэгж нэмнэ.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Үүрэг даалгавар, чөлөө, хандах эрх дээрх нэрийн жагсаалт энэ бүртгэлээс гарна.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Тиймээс утас, нэр зөв байх нь бүхэл системийн үндэс.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Чөлөө ба шагнал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Бүртгэл → хэвлэх / Excel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475488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Чөлөөний бүртгэл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745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Шинэ чөлөө нэмнэ: хамрах хүрээ, байгууллага, албан хаагч, төрөл, хоног, үндэслэл.
Хүснэгт — бүх багана дэлгэцэнд багтана.
Хуудасны харагдац — хэвлэхэд бэлэн хуудас.
«Хэвлэх» — тухайн мөрийн хуудас.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91440" cy="4754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0876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Шагнал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874520"/>
            <a:ext cx="5166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Таб: төрийн дээд одон, АЗД өргөмжлөл/жуух, тэргүүний, бусад.
Онөөр шүүнэ. Нүдэн дээр дарж засна.
Excel татах — тайлан гаргахад.
«Шинэ нэмэх» — хоосон мөр нэмэгдэнэ.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Хандах эрх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Админ, хэлтсийн даргад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0F172A"/>
                </a:solidFill>
                <a:latin typeface="Calibri"/>
                <a:ea typeface="Calibri"/>
              </a:rPr>
              <a:t>•  Зүүн талд албан хаагчдын жагсаалт — нэр, и-мэйл, утсаар хайна. Жагсаалт талбар дотроо гүйлгэнэ.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F172A"/>
                </a:solidFill>
                <a:latin typeface="Calibri"/>
                <a:ea typeface="Calibri"/>
              </a:rPr>
              <a:t>•  «Хэлтэст бүгдэд эрх өгөх» — утасны жагсаалтын Хэлтэс ангиллаас нэвтрэх эрх үүсгэнэ.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F172A"/>
                </a:solidFill>
                <a:latin typeface="Calibri"/>
                <a:ea typeface="Calibri"/>
              </a:rPr>
              <a:t>•  Роль: супер админ, хэлтсийн дарга, мэргэжилтэн. Загвар хэрэглээд модуль тус бүрээр засаж болно.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F172A"/>
                </a:solidFill>
                <a:latin typeface="Calibri"/>
                <a:ea typeface="Calibri"/>
              </a:rPr>
              <a:t>•  Модулийн эрх: Харах (бүгд) · Удирдах (бүгд) · Харах/удирдах (хамааралтай) · Хаалттай.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F172A"/>
                </a:solidFill>
                <a:latin typeface="Calibri"/>
                <a:ea typeface="Calibri"/>
              </a:rPr>
              <a:t>•  Шинэ албан хаагч нэмэхдээ утасны жагсаалтаас нэр сонгоно.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Утас, аюулгүй байдал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Гар утсан дээр ч ашиглана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14884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Нүүр дэлгэцэнд нэмэх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7452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Safari / Chrome-оос «Add to Home Screen». Апп шиг нээгдэнэ.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91440" cy="214884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Түгжээ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87452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Идэвхгүй бол нууц үг эсвэл биометрээр дахин нээнэ.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91440" cy="214884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QR уншигч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20624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Гар утсан дээр толгой хэсэгт. Нэвтрэх болон холбосон системийн QR.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91440" cy="2148840"/>
          </a:xfrm>
          <a:prstGeom prst="rect">
            <a:avLst/>
          </a:prstGeom>
          <a:solidFill>
            <a:srgbClr val="1C5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3"/>
                </a:solidFill>
                <a:latin typeface="Calibri"/>
                <a:ea typeface="Calibri"/>
              </a:rPr>
              <a:t>Мэдэгдэл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20624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Calibri"/>
              </a:rPr>
              <a:t>Хонхны дүрс — үүрэг, эрх шинэчлэгдсэн мэдэгдэл.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Хэн юу хийх вэ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Эрхээс хамаарна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926080" cy="96012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Түвшин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417320"/>
            <a:ext cx="8321040" cy="96012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91640"/>
            <a:ext cx="8001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Юу хийх вэ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29260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  <a:ea typeface="Calibri"/>
              </a:rPr>
              <a:t>Мэргэжилтэн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377440"/>
            <a:ext cx="8321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651760"/>
            <a:ext cx="8001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Өөрт хамаатай үүрэг, бүртгэлийг харна / засна. Цэс эрхээр нээгдэнэ.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92608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  <a:ea typeface="Calibri"/>
              </a:rPr>
              <a:t>Хэлтсийн дарга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337560"/>
            <a:ext cx="832104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611880"/>
            <a:ext cx="8001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Хэлтсийнхээ үүрэг, чөлөө, төлөвлөгөөг удирдана.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29260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  <a:ea typeface="Calibri"/>
              </a:rPr>
              <a:t>Супер админ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4297680"/>
            <a:ext cx="8321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572000"/>
            <a:ext cx="8001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  <a:ea typeface="Calibri"/>
              </a:rPr>
              <a:t>Бүх модуль, хандах эрх, холбосон систем, хэрэглэгч.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  <a:ea typeface="Calibri"/>
              </a:rPr>
              <a:t>Цэс харагдахгүй бол эрх дутуу — Хандах эрх хэсгээс тохируулна.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550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Анхаарах зүйлс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  <a:ea typeface="Calibri"/>
              </a:rPr>
              <a:t>Сургалтын дараа дадлага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Нууц үгээ бусадтай бүү хуваалцана. Анхны нууц үгийг солино.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Утасны жагсаалт дахь нэр, дугаараа шалгана — бусад бүртгэл эндээс авна.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Үүргийн биелэлтийг тогтмол хувиар шинэчилнэ. Хоосон үлдээвэл дашборд буруу харагдана.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Чөлөө, томилолтоо өөрөө бүртгүүлэх / хэлтсийн мэргэжилтэнд мэдэгдэнэ.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Асуудал гарвал: эхлээд шинэчлэх (Ctrl+F5), дараа нь мэдээлэл технологийн мэргэжилтэнд хандана.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Calibri"/>
                <a:ea typeface="Calibri"/>
              </a:rPr>
              <a:t>•  Хаяг зөвхөн https://manage.dornogovi.gov.mn — хуурамч хуудаснаас болгоомжилно.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manage дотоод систем  ·  Дорноговь аймгийн ЗДТГ  ·  manage.dornogovi.gov.mn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  <a:ea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Calibri"/>
              </a:rPr>
              <a:t>Асуулт байна уу?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  <a:latin typeface="Calibri"/>
                <a:ea typeface="Calibri"/>
              </a:rPr>
              <a:t>Одоо хамтдаа нэвтэрч, самбар болон үүрэг даалгавар дээр
2–3 минут дадлага хийцгээе.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Calibri"/>
              </a:rPr>
              <a:t>manage.dornogovi.gov.mn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